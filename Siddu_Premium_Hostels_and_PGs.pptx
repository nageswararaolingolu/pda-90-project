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91440" cy="16459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Siddu Premium Hostels &amp; PGs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PG &amp; Hostel Management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Warden Control Desk &amp; Resident Space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Manual PG Management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Siddu Premium Hostels &amp; PGs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Clunky Paper Registers: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Tracking occupancy, room check-in dates, and vacant beds manually leads to confusion and double-bookings.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Slippage &amp; Billing Errors: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Calculating individual room rents, tracking who paid, and sending reminders is tedious and error-prone.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Resolutions: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Maintenance complaints (Wi-Fi, plumbing, electrical) raised by residents get lost in verbal calls or WhatsApp chats, leading to high tenant dissatisfaction.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Smart Management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Siddu Premium Hostels &amp; PGs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Dashboard Overview: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Visual telemetry highlighting occupancy metrics, pending bills count, and unresolved complaints immediately.
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Bed Allocation: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Automatic matching of students to available beds. Seamless register-on-allocation workflow.
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Auto-Billing Engine: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One-click rent generation for all occupied beds, complete with warning banners for overdue payments.
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Complaint Desk: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Transparent ticket lifecycle from logging to resolution (Pending, In Progress, Resolved).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Technology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Siddu Premium Hostels &amp; PGs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Architecture: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 Page Application built with React and Vite. Stylized with modern glassmorphism (translucency + border glowing effects) using custom CSS.
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REST API: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Express.js / Node.js web server handling JSON endpoints. Security enforced using JWT (JSON Web Token) bearer authentication.
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Database Layer: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Connects to MongoDB in production. Features an intelligent NestSync Mock Database fallback mechanism for offline testing, local demoing, and robustness.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Database Models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Siddu Premium Hostels &amp; PGs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Model:
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Name, Phone (Unique), Role (Admin/Student), Password (Bcrypt hashed), Room reference, and check-in metadata.
</a:t>
            </a:r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Model:
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Room Number, Bed Capacity, Current Occupancy count, Room Type (AC/Non-AC), Monthly Rent, and tenants list.
</a:t>
            </a:r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&amp; Complaint Models:
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Bills: Reference to student, rent amount, billing month, due date, status (Paid/Unpaid), and total reminders sent.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Complaints: Reference to student, category, description text, priority rating, and status.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Spotlight Flow: Manual Bed Allocation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Siddu Premium Hostels &amp; PGs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Warden opens the Allocate Bed modal in the Admin panel.
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the Mobile Number and Resident Name manually.
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the target room and assigns a specific bed identifier (e.g. Bed B).
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mobile number does not exist, the server automatically registers the new student user on-the-fly with default credentials.
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Increments room occupancy, links the resident to the room model, and returns success instantly.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 Experience Panel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Siddu Premium Hostels &amp; PGs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Warning Banner: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High-visibility banner flashes at the top of the resident's dashboard if a bill remains unpaid for 5+ days.
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Payments: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Standard payment gateway flow mockup. Residents click "Pay Now", trigger a processing spinner, and settle bills digitally.
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Ticket Filing: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Simple dropdown category selection (Wi-Fi, Plumbing, Electrical) with description box and real-time status updates directly from the warden.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Warden Control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Siddu Premium Hostels &amp; PGs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KPI Telemetry Cards:
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Shows active tenant list count, total vacant beds available, total pending bills, and unresolved complaints.
</a:t>
            </a:r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Space Controller:
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wardens can add new room configurations, select AC/Non-AC types, specify bed counts, and input rent amounts.
</a:t>
            </a:r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Automation:
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Automatically generates bills for all occupied beds in a single click for any targeted month (e.g. July 2026). Skips duplicate entries.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Siddu Premium Hostels &amp; PGs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SMS/WhatsApp Notification Alerts: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Automatically alert residents of bill generation and send warnings when a payment is overdue.
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Income Analysis Panel: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Graphical analysis of rent collected versus pending dues, alongside seasonal room occupancy rates.
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 Agreement Storage: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Enable digital lease document signing and direct file upload of identity verification cards.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Siddu Premium Hostels &amp; PGs Presentation</dc:title>
  <dc:subject>PG &amp; Hostel Management System Project</dc:subject>
  <dc:creator>Developer</dc:creator>
  <cp:lastModifiedBy>Developer</cp:lastModifiedBy>
  <cp:revision>1</cp:revision>
  <dcterms:created xsi:type="dcterms:W3CDTF">2026-07-18T04:09:14Z</dcterms:created>
  <dcterms:modified xsi:type="dcterms:W3CDTF">2026-07-18T04:09:14Z</dcterms:modified>
</cp:coreProperties>
</file>